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98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E1E1E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Aplikasi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Store / Tool Monitoring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Dokumentasi Kebutuhan Fungsional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 1.0.0  |  Juni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Latar Belakang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Aplikasi mobile/web (Flutter) untuk monitoring permintaan tool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Mengelola alur dari draft hingga diterima di Tool Store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Terintegrasi dengan backend REST API (api_toolstore/v1)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Multi-role dengan hak akses berbeda per level user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Fitur: push notification (FCM), deep link, export Excel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Ruang Lingkup Sistem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Scope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 of Scope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Login, dashboard, data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admin panel terpisah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Workflow approval berjenjang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Integrasi ERP eksternal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PO, SO, penerimaan WH &amp; Tool Room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Manajemen user (Superadmin)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Excel, notifikasi, deep link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Aktor (Pengguna)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Peran Singkat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Guest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Belum login; hanya bisa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Akses umum setelah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MECHANIC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Serviceman yang terkait pada form permintaan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PO, item tool, penerimaan Tool Room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SUPERIOR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Menyetujui/menolak permintaan bawahan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SERVICE_ADMIN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Service Support (Continue/Hold)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HEAD_SERVICE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Persetujuan Kepala Departemen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COUNTER / GA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Mengelola Sales Order / PR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Mencatat penerimaan Warehouse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Akses penuh + manajemen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Paket Use Case (Tingkat Tinggi)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Autentikasi &amp; Profil — Login, logout, edit profil, cek sesi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Monitoring — Dashboard, cari form, daftar &amp; timeline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Workflow Permintaan Tool — Form, approval, PO/SO, penerimaan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Administrasi — Manajemen user, export Excel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Integrasi Sistem — Push notification, deep link, tema/bahasa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Proses (Milestone)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BY TOOL STORE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SUPERIOR APPROVED  /  REJECTED BY SUPERIOR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REVIEWED BY SERVICE ADMIN  /  HOLD BY SERVICE ADMIN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BY SERVICE DEPT. HEAD  /  REJECTED BY SERVICE DEPT. HEAD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PROCESSING ORDER  /  ORDER PROCESSED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 BY WH/GA (Full / Partial)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RECEIVED TOOL STORE (Full / Partial)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buSzPct val="100000"/>
              <a:buChar char="•"/>
            </a:pPr>
            <a:r>
              <a:rPr lang="en-US" sz="13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khusus: DRAFT, HOLD, REJECTED, PARTIAL RECEIVED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Autentikasi &amp; Sesi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4114800"/>
                <a:gridCol w="3383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Guest, Semua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Logout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Semua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Cek sesi otomatis (Splash)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Sistem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 profil sendiri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Dashboard &amp; Navigasi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Lihat dashboard (jumlah per tahap)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Filter form dari kartu dashboard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Cari form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Navigasi menu drawer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UC-09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Ubah tema dark/light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Ubah bahasa ID/EN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Data Tool (Monitoring)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Lihat daftar form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Filter &amp; pencarian multi-field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Lihat detail form (expand card)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Lihat timeline order (7 langkah)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data ke Excel (.xlsx)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Form Permintaan Tool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560320"/>
                <a:gridCol w="256032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Keterangan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Buat form baru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Milestone DRAFT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 form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Hapus form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UC-19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Tambah item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Edit/hapus item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Workflow Persetujuan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286000"/>
                <a:gridCol w="228600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Milestone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Submit request order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SERVICE_ADMIN,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DRAFT → CHECK BY TOOL STORE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Validasi superior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SUPERIOR*,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 BY TOOL STORE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service 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SERVICE_ADMIN,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SUPERIOR APPROVED / HOLD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Approval dept head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HEAD_SERVICE,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REVIEWED BY SERVICE 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Pemrosesan Order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560320"/>
                <a:gridCol w="256032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Keterangan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Kelola Purchase Order (PO)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Sebelum ada SO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Kelola Sales Order / PR (SO)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COUNTER, GA,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Sebelum WH received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UC-27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Catat penerimaan WH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Sebelum Tool Room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UC-28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Catat penerimaan Tool Room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TOOL_KEEPER, 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→ RECEIVED TOOL STORE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Manajemen User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UC-29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Lihat daftar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Tambah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Edit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Hapus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Cari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 — Integrasi Sistem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Aktor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Terima notifikasi push (FCM)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UC-35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Buka form via deep link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/ Guest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UC-36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Bagikan link form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Matriks Hak Akses (Ringkas)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  <a:gridCol w="731520"/>
                <a:gridCol w="731520"/>
                <a:gridCol w="731520"/>
                <a:gridCol w="822960"/>
                <a:gridCol w="73152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Case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C/GA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SADM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Buat/Edit Form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Submit Request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Validasi Superior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✓*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 Service Admin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Approval Dept Head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Kelola PO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Kelola SO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 Received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 Room Received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Manajemen 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Contoh: UC-22 Validasi Superior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Aktor utama: SUPERIOR  |  Aktor pendukung: Sistem API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Precondition: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User sudah login
• Form di milestone CHECK BY TOOL STORE
• superiorId user = superiorId pada form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Alur utama:
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Buka daftar form
2. Expand form yang perlu divalidasi
3. Tap Superior Validation
4. Pilih Approved/Rejected + isi komentar
5. Konfirmasi submit
6. Sistem update milestone
7. Tampilkan notifikasi sukses/gagal
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Postcondition: </a:t>
            </a:r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Milestone → SUPERIOR APPROVED atau REJECTED BY SUPERIOR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Integrasi Backend API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Fitur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Endpoint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84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auth/login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CRUD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Detail form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form/detail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Excel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form/detail/export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Purchase Order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Order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Receive WH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receive/wh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Receive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receive/tool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Superior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superior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FCM token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1E1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device/fcm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Kesimpulan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Aplikasi Tool Store mendukung 36 use case utama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level user dengan hak akses berbeda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7 tahap + status reject, hold, dan partial receive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Siap untuk pengembangan, testing UAT, dan dokumentasi proyek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8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Pertanyaan?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Monitoring App v1.0.0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Case Aplikasi Tool Store / Tool Monitoring</dc:title>
  <dc:subject>Dokumentasi Kebutuhan Fungsional</dc:subject>
  <dc:creator>Tool Store App</dc:creator>
  <cp:lastModifiedBy>Tool Store App</cp:lastModifiedBy>
  <cp:revision>1</cp:revision>
  <dcterms:created xsi:type="dcterms:W3CDTF">2026-06-14T23:52:15Z</dcterms:created>
  <dcterms:modified xsi:type="dcterms:W3CDTF">2026-06-14T23:52:15Z</dcterms:modified>
</cp:coreProperties>
</file>