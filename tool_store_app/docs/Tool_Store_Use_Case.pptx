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1E1E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Aplikasi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 / Tool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Dokumentasi Kebutuhan Fungsional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 1.0.0  |  Juni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mobile/web (Flutter) untuk monitoring permintaan tool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Mengelola alur dari draft hingga diterima di Tool Store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Terintegrasi dengan backend REST API (api_toolstore/v1)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Multi-role dengan hak akses berbeda per level user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Fitur: push notification (FCM), deep link, export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Ruang Lingkup Sistem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 of 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Login, dashboard, data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admin panel terpisah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 approval berjenjang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Integrasi ERP eksternal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PO, SO, penerimaan WH &amp;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Manajemen user (Superadmin)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Excel, notifikasi, deep link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 (Pengguna)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Peran Singkat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Belum login; hanya bisa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Akses umum setelah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MECHANIC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Serviceman yang terkait pada form permintaan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PO, item tool, penerimaan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Menyetujui/menolak permintaan bawahan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Support (Continue/Hold)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HEAD_SERVICE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Persetujuan Kepala Departemen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COUNTER / GA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Mengelola Sales Order / PR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Mencatat penerimaan Warehouse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Akses penuh + manajemen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Paket Use Case (Tingkat Tinggi)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Autentikasi &amp; Profil — Login, logout, edit profil, cek sesi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Monitoring — Dashboard, cari form, daftar &amp; timeline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Workflow Permintaan Tool — Form, approval, PO/SO, penerimaan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Administrasi — Manajemen user, export Excel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Integrasi Sistem — Push notification, deep link, tema/bahasa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Proses (Milestone)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BY TOOL STORE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 APPROVED  /  REJECTED BY SUPERIOR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BY SERVICE ADMIN  /  HOLD BY SERVICE ADMIN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BY SERVICE DEPT. HEAD  /  REJECTED BY SERVICE DEPT. HEAD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ORDER  /  ORDER PROCESSED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BY WH/GA (Full / Partial)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TOOL STORE (Full / Partial)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khusus: DRAFT, HOLD, REJECTED, PARTIAL RECEIVED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— Startup &amp; Login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960120"/>
            <a:ext cx="2011680" cy="384048"/>
          </a:xfrm>
          <a:prstGeom prst="flowChartTerminator">
            <a:avLst/>
          </a:prstGeom>
          <a:solidFill>
            <a:srgbClr val="FFB84C"/>
          </a:solidFill>
          <a:ln w="1524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9601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App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1344168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1600200"/>
            <a:ext cx="201168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6002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Splash Screen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2039112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20440" y="2295144"/>
            <a:ext cx="2286000" cy="65836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31720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 login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masih valid?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663440" y="3090672"/>
            <a:ext cx="25603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623560" y="2834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3209544"/>
            <a:ext cx="201168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95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Halaman Login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9544"/>
            <a:ext cx="201168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0954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Preload 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sync FCM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0" y="3648456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" y="3904488"/>
            <a:ext cx="2286000" cy="65836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941064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berhasil?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920240" y="4233672"/>
            <a:ext cx="53035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251960" y="3977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4818888"/>
            <a:ext cx="1463040" cy="347472"/>
          </a:xfrm>
          <a:prstGeom prst="flowChartProcess">
            <a:avLst/>
          </a:prstGeom>
          <a:solidFill>
            <a:srgbClr val="FFEBEE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188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Tampilkan error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23760" y="3648456"/>
            <a:ext cx="0" cy="1261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4910328"/>
            <a:ext cx="2286000" cy="65836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946904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 deep link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formNo?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91840" y="5824728"/>
            <a:ext cx="1371600" cy="384048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58247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5824728"/>
            <a:ext cx="2194560" cy="384048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58247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form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23760" y="5568696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96912" y="558698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035040" y="6327648"/>
            <a:ext cx="1463040" cy="347472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63276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6016752"/>
            <a:ext cx="137160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— Alur Permintaan 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(TOOL_KEEPER)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527048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2704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Request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(SERVICE_ADMIN)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257300" y="1325880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2093976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9397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57300" y="1892808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" y="2660904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6090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Validasi Superior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(SUPERIOR)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57300" y="2459736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" y="3227832"/>
            <a:ext cx="2057400" cy="56692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264408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Approved?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257300" y="3026664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0" y="2862072"/>
            <a:ext cx="1874520" cy="365760"/>
          </a:xfrm>
          <a:prstGeom prst="flowChartProcess">
            <a:avLst/>
          </a:prstGeom>
          <a:solidFill>
            <a:srgbClr val="FFEBEE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8620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SUPERIOR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94560" y="3044952"/>
            <a:ext cx="42062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977640" y="27889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959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57300" y="3794760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330452" y="378561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4562856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56285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Service Admin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257300" y="4928616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" y="5129784"/>
            <a:ext cx="2057400" cy="56692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5166360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Hold?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400800" y="4764024"/>
            <a:ext cx="1874520" cy="365760"/>
          </a:xfrm>
          <a:prstGeom prst="flowChartProcess">
            <a:avLst/>
          </a:prstGeom>
          <a:solidFill>
            <a:srgbClr val="FFEBEE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64024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ADMIN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194560" y="4946904"/>
            <a:ext cx="42062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77640" y="46908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20040" y="5897880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58978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ADMIN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257300" y="5696712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330452" y="568756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20040" y="6464808"/>
            <a:ext cx="187452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64648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 Head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257300" y="6830568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28600" y="7031736"/>
            <a:ext cx="2057400" cy="56692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7068312"/>
            <a:ext cx="2057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Approved?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400800" y="6665976"/>
            <a:ext cx="1874520" cy="365760"/>
          </a:xfrm>
          <a:prstGeom prst="flowChartProcess">
            <a:avLst/>
          </a:prstGeom>
          <a:solidFill>
            <a:srgbClr val="FFEBEE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6665976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DEPT HEAD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94560" y="6848856"/>
            <a:ext cx="42062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3977640" y="659282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Tidak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063240" y="960120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63240" y="960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 HEAD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94560" y="7315200"/>
            <a:ext cx="86868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2308860" y="7059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160520" y="1325880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063240" y="1527048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63240" y="1527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ORDER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160520" y="1892808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063240" y="2093976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63240" y="20939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(TOOL_KEEPER)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60520" y="2459736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3063240" y="2660904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63240" y="266090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Kelola SO/PR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(COUNTER/GA)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160520" y="3026664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063240" y="3227832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63240" y="322783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Received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(WH)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160520" y="3593592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3063240" y="3794760"/>
            <a:ext cx="2194560" cy="36576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63240" y="3794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Room Received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(TOOL_KEEPER)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60520" y="4160520"/>
            <a:ext cx="0" cy="2011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3383280" y="4361688"/>
            <a:ext cx="1554480" cy="347472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43616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— PO, SO &amp; Penerimaan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PO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691640" cy="50292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 Head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65860" y="182880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" y="2148840"/>
            <a:ext cx="1691640" cy="50292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488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PO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(TOOL_KEEPER)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965960"/>
            <a:ext cx="3200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33172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SO/PR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1325880"/>
            <a:ext cx="1691640" cy="50292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325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Belum 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Received?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77540" y="182880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31720" y="2148840"/>
            <a:ext cx="1691640" cy="594360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1720" y="2185416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SO/PR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(COUNTER/GA)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023360" y="1965960"/>
            <a:ext cx="3200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4340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WH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325880"/>
            <a:ext cx="1691640" cy="50292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325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Belum 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Room?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189220" y="182880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43400" y="2148840"/>
            <a:ext cx="1691640" cy="594360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185416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Received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(WH)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1965960"/>
            <a:ext cx="3200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355080" y="9601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Tool Room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1325880"/>
            <a:ext cx="1691640" cy="502920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3258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Room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00900" y="1828800"/>
            <a:ext cx="0" cy="32004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55080" y="2148840"/>
            <a:ext cx="1691640" cy="594360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2185416"/>
            <a:ext cx="16916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Semua item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diterima?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Aturan: PO → sebelum SO | SO → sebelum WH | WH → sebelum Tool Room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— Akses Menu User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1097280"/>
            <a:ext cx="2011680" cy="365760"/>
          </a:xfrm>
          <a:prstGeom prst="flowChartTerminator">
            <a:avLst/>
          </a:prstGeom>
          <a:solidFill>
            <a:srgbClr val="FFB84C"/>
          </a:solidFill>
          <a:ln w="1524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buka Drawer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0" y="146304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1737360"/>
            <a:ext cx="2286000" cy="658368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73936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Level =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SUPERADMIN?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572000" y="2304288"/>
            <a:ext cx="301752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760720" y="20482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914400" y="2670048"/>
            <a:ext cx="2011680" cy="438912"/>
          </a:xfrm>
          <a:prstGeom prst="flowChartProcess">
            <a:avLst/>
          </a:prstGeom>
          <a:solidFill>
            <a:srgbClr val="FFEBEE"/>
          </a:solidFill>
          <a:ln w="15240">
            <a:solidFill>
              <a:srgbClr val="F44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Akses ditolak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(SnackBar)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0" y="2670048"/>
            <a:ext cx="201168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6700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Tampilkan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User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89520" y="3108960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83680" y="3383280"/>
            <a:ext cx="201168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3832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User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589520" y="3822192"/>
            <a:ext cx="0" cy="27432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20840" y="4096512"/>
            <a:ext cx="1737360" cy="365760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096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/ Edit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Hapus / Cari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Flowchart — Notifikasi &amp; Deep Link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1051560"/>
            <a:ext cx="2103120" cy="384048"/>
          </a:xfrm>
          <a:prstGeom prst="flowChartTerminator">
            <a:avLst/>
          </a:prstGeom>
          <a:solidFill>
            <a:srgbClr val="FFB84C"/>
          </a:solidFill>
          <a:ln w="1524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051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Notif / URL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17720" y="1435608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1691640"/>
            <a:ext cx="2377440" cy="621792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72821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sudah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login?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182880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946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formNo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09360" y="2569464"/>
            <a:ext cx="182880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56946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Langsung buka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 target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17720" y="2423160"/>
            <a:ext cx="2606040" cy="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00700" y="216712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645920" y="3008376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3264408"/>
            <a:ext cx="182880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6440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0" y="3703320"/>
            <a:ext cx="0" cy="39319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3008376"/>
            <a:ext cx="0" cy="130759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74720" y="4096512"/>
            <a:ext cx="2286000" cy="43891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0965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Buka form target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17720" y="4535424"/>
            <a:ext cx="0" cy="256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57600" y="4791456"/>
            <a:ext cx="1920240" cy="384048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79145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&amp; tampilkan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 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Diagram Proses — Input Tool Keeper s/d Receive Tool Store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" y="960120"/>
            <a:ext cx="1487424" cy="3840480"/>
          </a:xfrm>
          <a:prstGeom prst="rect">
            <a:avLst/>
          </a:prstGeom>
          <a:solidFill>
            <a:srgbClr val="FFF3E0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Keeper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(Input Data)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97152" y="960120"/>
            <a:ext cx="1487424" cy="384048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7152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7152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Admin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084576" y="960120"/>
            <a:ext cx="1487424" cy="3840480"/>
          </a:xfrm>
          <a:prstGeom prst="rect">
            <a:avLst/>
          </a:prstGeom>
          <a:solidFill>
            <a:srgbClr val="F3E5F5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84576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4576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 /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 Service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1487424" cy="3840480"/>
          </a:xfrm>
          <a:prstGeom prst="rect">
            <a:avLst/>
          </a:prstGeom>
          <a:solidFill>
            <a:srgbClr val="FFF3E0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Keeper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(PO)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059424" y="960120"/>
            <a:ext cx="1487424" cy="3840480"/>
          </a:xfrm>
          <a:prstGeom prst="rect">
            <a:avLst/>
          </a:prstGeom>
          <a:solidFill>
            <a:srgbClr val="E0F7FA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9424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9424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Counter/GA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WH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546848" y="960120"/>
            <a:ext cx="1487424" cy="3840480"/>
          </a:xfrm>
          <a:prstGeom prst="rect">
            <a:avLst/>
          </a:prstGeom>
          <a:solidFill>
            <a:srgbClr val="FFE0B2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6848" y="960120"/>
            <a:ext cx="1487424" cy="384048"/>
          </a:xfrm>
          <a:prstGeom prst="rect">
            <a:avLst/>
          </a:prstGeom>
          <a:solidFill>
            <a:srgbClr val="FF9800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6848" y="996696"/>
            <a:ext cx="14874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Keeper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(Receive)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3736" y="1463040"/>
            <a:ext cx="1359408" cy="310896"/>
          </a:xfrm>
          <a:prstGeom prst="flowChartTerminator">
            <a:avLst/>
          </a:prstGeom>
          <a:solidFill>
            <a:srgbClr val="FFB84C"/>
          </a:solidFill>
          <a:ln w="1524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" y="1463040"/>
            <a:ext cx="1359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3440" y="3236976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3736" y="1901952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3736" y="1901952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53440" y="4151376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73736" y="2377440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3736" y="2377440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Form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53440" y="513892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73736" y="2889504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" y="2889504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Tambah Item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53440" y="6163056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73736" y="3401568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3736" y="3401568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(DRAFT)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661160" y="1965960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61160" y="1965960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Request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340864" y="4279392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661160" y="2441448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61160" y="2441448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340864" y="523036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661160" y="2916936"/>
            <a:ext cx="1359408" cy="530352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1160" y="2953512"/>
            <a:ext cx="1359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Continue?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148584" y="1783080"/>
            <a:ext cx="1359408" cy="530352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48584" y="1819656"/>
            <a:ext cx="1359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Validasi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Superior?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828288" y="4096512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3148584" y="2441448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48584" y="2441448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28288" y="523036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148584" y="2916936"/>
            <a:ext cx="1359408" cy="530352"/>
          </a:xfrm>
          <a:prstGeom prst="flowChartDecision">
            <a:avLst/>
          </a:prstGeom>
          <a:solidFill>
            <a:srgbClr val="FFF8E1"/>
          </a:solidFill>
          <a:ln w="15240">
            <a:solidFill>
              <a:srgbClr val="FFC10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48584" y="2953512"/>
            <a:ext cx="1359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 Head?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828288" y="6364224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148584" y="3575304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48584" y="3575304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 HEAD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36008" y="2377440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36008" y="2377440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PO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(Purchase Order)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315712" y="513892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636008" y="2889504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36008" y="2889504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PO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123432" y="1965960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3432" y="1965960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SO/PR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(Counter/GA)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03136" y="431596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6123432" y="2478024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3432" y="2478024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SO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803136" y="541324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123432" y="3063240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3432" y="3063240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 Received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(WH)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6803136" y="651052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6123432" y="3575304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23432" y="3575304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 WH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610856" y="1965960"/>
            <a:ext cx="1359408" cy="384048"/>
          </a:xfrm>
          <a:prstGeom prst="flowChartInputOutput">
            <a:avLst/>
          </a:prstGeom>
          <a:solidFill>
            <a:srgbClr val="E8EAF6"/>
          </a:solidFill>
          <a:ln w="15240">
            <a:solidFill>
              <a:srgbClr val="5C6BC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610856" y="1965960"/>
            <a:ext cx="1359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Room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8290560" y="4315968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610856" y="2478024"/>
            <a:ext cx="1359408" cy="347472"/>
          </a:xfrm>
          <a:prstGeom prst="flowChartProcess">
            <a:avLst/>
          </a:prstGeom>
          <a:solidFill>
            <a:srgbClr val="E3F2FD"/>
          </a:solidFill>
          <a:ln w="15240">
            <a:solidFill>
              <a:srgbClr val="2196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10856" y="2478024"/>
            <a:ext cx="1359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Penerimaan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290560" y="5303520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610856" y="2953512"/>
            <a:ext cx="1359408" cy="310896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10856" y="2953512"/>
            <a:ext cx="1359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8290560" y="6217920"/>
            <a:ext cx="0" cy="914400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610856" y="3392424"/>
            <a:ext cx="1359408" cy="310896"/>
          </a:xfrm>
          <a:prstGeom prst="flowChartTerminator">
            <a:avLst/>
          </a:prstGeom>
          <a:solidFill>
            <a:srgbClr val="E8F5E9"/>
          </a:solidFill>
          <a:ln w="15240">
            <a:solidFill>
              <a:srgbClr val="4CAF5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10856" y="3392424"/>
            <a:ext cx="13594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Selesai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533144" y="3575304"/>
            <a:ext cx="128016" cy="-126187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3020568" y="2615184"/>
            <a:ext cx="128016" cy="-30175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4507992" y="3749040"/>
            <a:ext cx="128016" cy="-98755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5995416" y="3063240"/>
            <a:ext cx="128016" cy="-7132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7482840" y="3749040"/>
            <a:ext cx="128016" cy="-1399032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507992" y="2788920"/>
            <a:ext cx="-2846832" cy="658368"/>
          </a:xfrm>
          <a:prstGeom prst="line">
            <a:avLst/>
          </a:prstGeom>
          <a:noFill/>
          <a:ln w="1524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182880" y="46177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end-to-end: Tool Keeper input data → persetujuan berjenjang → PO → SO/PR → WH → Tool Keeper terima di Tool Store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Autentikasi &amp; Sesi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Guest, Semua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Cek sesi otomatis (Splash)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Sistem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profil sendiri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Dashboard &amp; Navigasi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dashboard (jumlah per tahap)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form dari kartu dashboard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Cari 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Navigasi menu drawer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Ubah tema dark/light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Ubah bahasa ID/EN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Data Tool (Monitoring)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daftar 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&amp; pencarian multi-field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detail form (expand card)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timeline order (7 langkah)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data ke Excel (.xlsx)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Form Permintaan Tool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Keterangan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form baru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 DRAFT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Hapus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item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Edit/hapus item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Workflow Persetujuan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22860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request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DRAFT → CHECK BY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Validasi 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SUPERIOR*,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BY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 APPROVED / HOLD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dept head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HEAD_SERVICE,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REVIEWED BY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Pemrosesan Order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Keterangan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Purchase Order (PO)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ada 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Sales Order / PR (SO)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COUNTER, GA,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WH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Catat penerimaan 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Catat penerimaan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RECEIVED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Manajemen User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daftar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Hapus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Cari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Integrasi Sistem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Terima notifikasi push (FCM)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Buka form via deep link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/ Guest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link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Matriks Hak Akses (Ringkas)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731520"/>
                <a:gridCol w="731520"/>
                <a:gridCol w="822960"/>
                <a:gridCol w="7315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C/GA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SADM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Buat/Edit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Request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Validasi 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✓*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Dept Head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PO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Room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Manajemen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Contoh: UC-22 Validasi Superior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 utama: SUPERIOR  |  Aktor pendukung: Sistem API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Precondition: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sudah login
• Form di milestone CHECK BY TOOL STORE
• superiorId user = superiorId pada form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utama: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Buka daftar form
2. Expand form yang perlu divalidasi
3. Tap Superior Validation
4. Pilih Approved/Rejected + isi komentar
5. Konfirmasi submit
6. Sistem update milestone
7. Tampilkan notifikasi sukses/gagal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Postcondition: </a:t>
            </a:r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→ SUPERIOR APPROVED atau REJECTED BY SUPERIOR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Integrasi Backend API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auth/login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CRUD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form/detail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Excel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form/detail/export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Purchase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 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receive/wh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receive/tool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FCM token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device/fcm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Kesimpulan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Tool Store mendukung 36 use case utama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level user dengan hak akses berbeda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7 tahap + status reject, hold, dan partial receive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untuk pengembangan, testing UAT, dan dokumentasi proyek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Pertanyaan?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Aplikasi Tool Store / Tool Monitoring</dc:title>
  <dc:subject>Dokumentasi Kebutuhan Fungsional</dc:subject>
  <dc:creator>Tool Store App</dc:creator>
  <cp:lastModifiedBy>Tool Store App</cp:lastModifiedBy>
  <cp:revision>1</cp:revision>
  <dcterms:created xsi:type="dcterms:W3CDTF">2026-06-15T00:15:36Z</dcterms:created>
  <dcterms:modified xsi:type="dcterms:W3CDTF">2026-06-15T00:15:36Z</dcterms:modified>
</cp:coreProperties>
</file>